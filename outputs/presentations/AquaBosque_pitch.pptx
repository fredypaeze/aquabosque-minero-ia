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6824A"/>
                </a:solidFill>
              </a:defRPr>
            </a:pPr>
            <a:r>
              <a:t>AquaBosque Minero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IA explicable para priorizar riesgo ambiental asociado a presión minera, deforestación y afectación hídrica en Colombia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• Categoría: Desarrollo Sostenible y Medio Ambiente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t>• Grupo de Datos Estratégicos — Ministerio de Minas y Energía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t>• Datos abiertos + IA explicable + reproducible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6824A"/>
                </a:solidFill>
              </a:defRPr>
            </a:pPr>
            <a:r>
              <a:t>El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• Colombia tiene datos abiertos de minería, bosques, agua y territorio…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t>• …pero están DISPERSOS y no se convierten en señales accionables de priorización.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t>• Sin integración, el Estado no sabe fácilmente DÓNDE mirar primero.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6824A"/>
                </a:solidFill>
              </a:defRPr>
            </a:pPr>
            <a:r>
              <a:t>La solución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Integra 7 fuentes oficiales y prioriza territorios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• 5 dimensiones: minería, deforestación, calidad de agua, áreas protegidas, sensibilidad social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t>• 1.122 municipios clasificados: Bajo / Medio / Alto / Crítico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t>• Modelo explicable (XGBoost + SHAP): dice QUÉ factor pesa en cada territorio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6824A"/>
                </a:solidFill>
              </a:defRPr>
            </a:pPr>
            <a:r>
              <a:t>Datos abiertos usados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• ANM: RUCOM (12.914 explotadores) + Volumen de explotación (75.888 reg, regalías)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t>• IDEAM: deforestación (focos) + ICA calidad de agua (167 estaciones, servidor DHIME)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t>• RUNAP: 1.882 áreas protegidas · DANE DIVIPOLA: 1.122 municipios · PDET: 170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t>• Todas públicas y verificadas. Barreras fueron técnicas, no de permiso.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6824A"/>
                </a:solidFill>
              </a:defRPr>
            </a:pPr>
            <a:r>
              <a:t>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C4A6E"/>
                </a:solidFill>
              </a:defRPr>
            </a:pPr>
            <a:r>
              <a:t>Fuentes → dataset maestro → índices → etiqueta → XGBoost+SHAP →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• Reproducible: 6 scripts + streamlit, corre en cualquier PC (sin GPU)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t>• Una fila por municipio, cruces por DANE y espaciales (centroides)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6824A"/>
                </a:solidFill>
              </a:defRPr>
            </a:pPr>
            <a:r>
              <a:t>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57 Crítico · 112 Alto · 281 Medio · 672 Bajo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• Top priorización: ORITO, SAN JOSÉ DEL GUAVIARE, SAN VICENTE DEL CAGUÁN, LA MACARENA, PUERTO GUZMÁN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t>• Arco amazónico de deforestación + zonas de minería de oro/carbón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t>• Priorización coherente con focos ambientales reconocidos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6824A"/>
                </a:solidFill>
              </a:defRPr>
            </a:pPr>
            <a:r>
              <a:t>Explicabilidad y honestidad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• Accuracy 91% vs línea base 60%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t>• HONESTO: la etiqueta es una fórmula, el modelo la re-aprende → la accuracy NO es el mérito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t>• El valor real es SHAP: explica cada clasificación, sin caja negra ni humo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6824A"/>
                </a:solidFill>
              </a:defRPr>
            </a:pPr>
            <a:r>
              <a:t>Impacto y escalabilidad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• Prioriza dónde el Estado debe mirar primero (focalización de capacidades)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t>• Escalable a cuencas, subzonas hidrográficas, integración satelital (Sentinel/Landsat)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t>• Actualización periódica con datos abiertos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6824A"/>
                </a:solidFill>
              </a:defRPr>
            </a:pPr>
            <a:r>
              <a:t>Uso responsable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• NO prueba causalidad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t>• NO determina minería ilegal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t>• NO sanciona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t>• Requiere validación técnica institucional — es una herramienta de priorización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6824A"/>
                </a:solidFill>
              </a:defRPr>
            </a:pPr>
            <a:r>
              <a:t>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Para que el Estado mire primero donde el riesgo ambiental puede ser mayor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C4A6E"/>
                </a:solidFill>
              </a:defRPr>
            </a:pPr>
            <a:r>
              <a:t>Datos abiertos + IA explicable = priorización ambiental accionable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